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 Customs. One asset, every market, before it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051560"/>
            <a:ext cx="1920240" cy="9692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H E   M E D I A   C U S T O M S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3154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6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ad-clearance crew. It watches your commercial once, judges it against every market in parallel, and re-renders the shots that fail.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892040" y="3977640"/>
            <a:ext cx="512064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13832" y="3977640"/>
            <a:ext cx="512064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35624" y="3977640"/>
            <a:ext cx="512064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57416" y="3977640"/>
            <a:ext cx="512064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docs/deck/img/goog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32888" y="4617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528523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50" dirty="0"/>
          </a:p>
        </p:txBody>
      </p:sp>
      <p:pic>
        <p:nvPicPr>
          <p:cNvPr id="11" name="Image 2" descr="docs/deck/img/ad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06240" y="4617720"/>
            <a:ext cx="566928" cy="5669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22192" y="528523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050" dirty="0"/>
          </a:p>
        </p:txBody>
      </p:sp>
      <p:pic>
        <p:nvPicPr>
          <p:cNvPr id="13" name="Image 3" descr="docs/deck/img/omni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79592" y="4617720"/>
            <a:ext cx="566928" cy="566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95544" y="528523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Omni</a:t>
            </a:r>
            <a:endParaRPr lang="en-US" sz="1050" dirty="0"/>
          </a:p>
        </p:txBody>
      </p:sp>
      <p:pic>
        <p:nvPicPr>
          <p:cNvPr id="15" name="Image 4" descr="docs/deck/img/ve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52944" y="4617720"/>
            <a:ext cx="566928" cy="56692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168896" y="528523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3.1</a:t>
            </a:r>
            <a:endParaRPr lang="en-US" sz="1050" dirty="0"/>
          </a:p>
        </p:txBody>
      </p:sp>
      <p:pic>
        <p:nvPicPr>
          <p:cNvPr id="17" name="Image 5" descr="docs/deck/img/grafan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26296" y="4617720"/>
            <a:ext cx="566928" cy="56692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842248" y="528523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19" name="Text 11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8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Cinema hackathon  ·  Grafana Labs track  ·  Tim Dries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master, twenty markets, six of them checked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is cut once and shipped everywhere. The regulated half already carries an invoice, and the unregulated half costs more, because nobody checks it until the public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5778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209544"/>
            <a:ext cx="548640" cy="548640"/>
          </a:xfrm>
          <a:prstGeom prst="ellipse">
            <a:avLst/>
          </a:prstGeom>
          <a:solidFill>
            <a:srgbClr val="F7F9FA"/>
          </a:solidFill>
          <a:ln w="19050">
            <a:solidFill>
              <a:srgbClr val="EA4335"/>
            </a:solidFill>
            <a:prstDash val="solid"/>
          </a:ln>
        </p:spPr>
      </p:sp>
      <p:pic>
        <p:nvPicPr>
          <p:cNvPr id="7" name="Image 0" descr="docs/deck/img/dims/alcohol_tobacco_dru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319272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on screen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3474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will not broadcast it. Loi Evin, Code de la sante publique L3323-2.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142232"/>
            <a:ext cx="55778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4379976"/>
            <a:ext cx="548640" cy="548640"/>
          </a:xfrm>
          <a:prstGeom prst="ellipse">
            <a:avLst/>
          </a:prstGeom>
          <a:solidFill>
            <a:srgbClr val="F7F9FA"/>
          </a:solidFill>
          <a:ln w="19050">
            <a:solidFill>
              <a:srgbClr val="4285F4"/>
            </a:solidFill>
            <a:prstDash val="solid"/>
          </a:ln>
        </p:spPr>
      </p:sp>
      <p:pic>
        <p:nvPicPr>
          <p:cNvPr id="12" name="Image 1" descr="docs/deck/img/dims/gesture_body_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48970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43251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thumbs up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46451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an insult across the Gulf and parts of West Africa.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312664"/>
            <a:ext cx="55778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5550408"/>
            <a:ext cx="548640" cy="548640"/>
          </a:xfrm>
          <a:prstGeom prst="ellipse">
            <a:avLst/>
          </a:prstGeom>
          <a:solidFill>
            <a:srgbClr val="F7F9FA"/>
          </a:solidFill>
          <a:ln w="19050">
            <a:solidFill>
              <a:srgbClr val="34A853"/>
            </a:solidFill>
            <a:prstDash val="solid"/>
          </a:ln>
        </p:spPr>
      </p:sp>
      <p:pic>
        <p:nvPicPr>
          <p:cNvPr id="17" name="Image 2" descr="docs/deck/img/dims/comparative_clai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66013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54955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on the pack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58155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advertising has to be substantiated to air in France.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73952" y="1536192"/>
            <a:ext cx="5202936" cy="2982659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21" name="Image 3" descr="docs/deck/img/problem-sh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00200"/>
            <a:ext cx="5074920" cy="28546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37960" y="46177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is fine somewhere and illegal somewhere else. Finding out means a lawyer per market, a broadcaster's reviewer, and luck.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hand it a master. It hands back a decision, and a version that can air.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72425" y="2084832"/>
            <a:ext cx="5787671" cy="3968496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" name="Image 0" descr="docs/deck/img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433" y="2148840"/>
            <a:ext cx="5659655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8288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19385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 judged in parallel, on one fact sheet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880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29900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every one naming a real statute or code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931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4041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fix a failing shot, each priced before it runs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983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5093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the agent writes itself in Grafana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once, judge many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film is the expensive part. Opinions about what was seen are cheap. So the two never mix.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57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542032"/>
            <a:ext cx="384048" cy="64008"/>
          </a:xfrm>
          <a:prstGeom prst="rect">
            <a:avLst/>
          </a:prstGeom>
          <a:solidFill>
            <a:srgbClr val="8FA3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commercial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file, or a link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07208" y="2331720"/>
            <a:ext cx="2057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08376" y="2542032"/>
            <a:ext cx="384048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8376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3127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each shot ONCE, Gemini vision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65776" y="2331720"/>
            <a:ext cx="2057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6944" y="2542032"/>
            <a:ext cx="384048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66944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observations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3127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timecoded, boxed, no verdicts, 18 dimensions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68896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24344" y="2331720"/>
            <a:ext cx="2057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25512" y="2542032"/>
            <a:ext cx="384048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25512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adjudicators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3127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jurisdiction, in parallel, own rulebook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2971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82912" y="2331720"/>
            <a:ext cx="2057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0" y="2542032"/>
            <a:ext cx="384048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8408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127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x rule x a citation that resolves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34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is forbidden an opinion.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"a woman raises a glass of red wine", never "this violates French law". Ninety-eight adjudicators then argue about that one sentence, simultaneously, each holding a different rulebook. Which is what makes "is this fact wrong?" and "is this rule wrong?" separable questions.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finding is always a join. Break any leg of it and the finding is not made.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between the upload and the master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4632" y="1947672"/>
            <a:ext cx="6986016" cy="3449860"/>
          </a:xfrm>
          <a:prstGeom prst="roundRect">
            <a:avLst>
              <a:gd name="adj" fmla="val 1590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" name="Image 0" descr="docs/deck/img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6858000" cy="33218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6002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572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it a master.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1396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cuts it into shots and pulls the audio and a transcript.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7340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7066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watches once and writes timecoded, neutral observations, into Loki as they are made.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30098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2735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fact sheet goes to every market at once, each judged against its own rulebook with a grounded citation.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38679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pushes a severity metric to Mimir on the film's own clock, and an annotation onto the dashboard.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4434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4407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publisher agent builds the dashboards and the alert rules itself, through the Grafana MCP server.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50017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9743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blocking finding trips its rule and the webhook wakes the remediator. The fix starts because a chart said so.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55686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55412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re-observes with the same instrument. The metric drops and Grafana resolves its own alert.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532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diagram is a screen in the product, and it plays itself.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ladder, not a list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inherits from the one above it. Pick a Belgian broadcaster and you get twelve rules nobody wrote in one 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9144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898648"/>
            <a:ext cx="914400" cy="100584"/>
          </a:xfrm>
          <a:prstGeom prst="roundRect">
            <a:avLst>
              <a:gd name="adj" fmla="val 45455"/>
            </a:avLst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50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baseline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468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almost every market agrees 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9144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867912"/>
            <a:ext cx="1737360" cy="100584"/>
          </a:xfrm>
          <a:prstGeom prst="roundRect">
            <a:avLst>
              <a:gd name="adj" fmla="val 45455"/>
            </a:avLst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19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CONTINENTAL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419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the EU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4381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AVMSD, on top of the baseline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9144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837176"/>
            <a:ext cx="2560320" cy="100584"/>
          </a:xfrm>
          <a:prstGeom prst="roundRect">
            <a:avLst>
              <a:gd name="adj" fmla="val 45455"/>
            </a:avLst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89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389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countries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407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the land, and its regulator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9144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806440"/>
            <a:ext cx="3383280" cy="100584"/>
          </a:xfrm>
          <a:prstGeom prst="roundRect">
            <a:avLst>
              <a:gd name="adj" fmla="val 45455"/>
            </a:avLst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58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358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broadcasters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5376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channel's own acceptance rules, on top of its country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23957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31455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packs on disk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3703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4600" dirty="0"/>
          </a:p>
        </p:txBody>
      </p:sp>
      <p:sp>
        <p:nvSpPr>
          <p:cNvPr id="28" name="Text 26"/>
          <p:cNvSpPr txBox="1"/>
          <p:nvPr/>
        </p:nvSpPr>
        <p:spPr>
          <a:xfrm>
            <a:off x="10012680" y="4453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jurisdictions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12680" y="501091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460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5760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all cited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market is a YAML file, not code. Adding one is writing its rules down.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VOCABULARY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dimensions, and nothing outside them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may only emit these, and every one of the 128 rules is written against one of them. That is what makes the join between a fact and a market's opinion a lookup rather than an argument.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dims/alcohol_tobacco_dru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5237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6656" y="29809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Alcohol, tobacco, drugs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32304" y="237744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9" name="Image 1" descr="docs/deck/img/dims/religious_symbols_pract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52374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9809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symbols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15968" y="237744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12" name="Image 2" descr="docs/deck/img/dims/modesty_dress_bo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52374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43984" y="29809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Modesty and dress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99632" y="237744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15" name="Image 3" descr="docs/deck/img/dims/gesture_body_langu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523744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27648" y="29809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083296" y="237744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18" name="Image 4" descr="docs/deck/img/dims/food_and_anima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523744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11312" y="29809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animals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9966960" y="237744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21" name="Image 5" descr="docs/deck/img/dims/gender_portray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76" y="2523744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094976" y="298094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portrayal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48640" y="3675888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24" name="Image 6" descr="docs/deck/img/dims/sexual_orientation_gender_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3822192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76656" y="427939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gender id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2432304" y="3675888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27" name="Image 7" descr="docs/deck/img/dims/children_and_mino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822192"/>
            <a:ext cx="384048" cy="38404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2560320" y="427939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and minors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4315968" y="3675888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30" name="Image 8" descr="docs/deck/img/dims/national_symbols_politic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984" y="3822192"/>
            <a:ext cx="384048" cy="38404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4443984" y="427939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symbols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6199632" y="3675888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33" name="Image 9" descr="docs/deck/img/dims/health_claims_pharm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3822192"/>
            <a:ext cx="384048" cy="384048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327648" y="427939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claims</a:t>
            </a:r>
            <a:endParaRPr lang="en-US" sz="1050" dirty="0"/>
          </a:p>
        </p:txBody>
      </p:sp>
      <p:sp>
        <p:nvSpPr>
          <p:cNvPr id="35" name="Shape 23"/>
          <p:cNvSpPr/>
          <p:nvPr/>
        </p:nvSpPr>
        <p:spPr>
          <a:xfrm>
            <a:off x="8083296" y="3675888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36" name="Image 10" descr="docs/deck/img/dims/gambling_and_financ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1312" y="3822192"/>
            <a:ext cx="384048" cy="38404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211312" y="427939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Gambling and finance</a:t>
            </a:r>
            <a:endParaRPr lang="en-US" sz="1050" dirty="0"/>
          </a:p>
        </p:txBody>
      </p:sp>
      <p:sp>
        <p:nvSpPr>
          <p:cNvPr id="38" name="Shape 25"/>
          <p:cNvSpPr/>
          <p:nvPr/>
        </p:nvSpPr>
        <p:spPr>
          <a:xfrm>
            <a:off x="9966960" y="3675888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39" name="Image 11" descr="docs/deck/img/dims/violence_and_weapon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4976" y="3822192"/>
            <a:ext cx="384048" cy="384048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10094976" y="427939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and weapons</a:t>
            </a:r>
            <a:endParaRPr lang="en-US" sz="1050" dirty="0"/>
          </a:p>
        </p:txBody>
      </p:sp>
      <p:sp>
        <p:nvSpPr>
          <p:cNvPr id="41" name="Shape 27"/>
          <p:cNvSpPr/>
          <p:nvPr/>
        </p:nvSpPr>
        <p:spPr>
          <a:xfrm>
            <a:off x="548640" y="4974336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42" name="Image 12" descr="docs/deck/img/dims/language_profanity_idio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" y="5120640"/>
            <a:ext cx="384048" cy="384048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676656" y="55778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and idiom</a:t>
            </a:r>
            <a:endParaRPr lang="en-US" sz="1050" dirty="0"/>
          </a:p>
        </p:txBody>
      </p:sp>
      <p:sp>
        <p:nvSpPr>
          <p:cNvPr id="44" name="Shape 29"/>
          <p:cNvSpPr/>
          <p:nvPr/>
        </p:nvSpPr>
        <p:spPr>
          <a:xfrm>
            <a:off x="2432304" y="4974336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45" name="Image 13" descr="docs/deck/img/dims/humour_irony_satir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60320" y="5120640"/>
            <a:ext cx="384048" cy="384048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2560320" y="55778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 and satire</a:t>
            </a:r>
            <a:endParaRPr lang="en-US" sz="1050" dirty="0"/>
          </a:p>
        </p:txBody>
      </p:sp>
      <p:sp>
        <p:nvSpPr>
          <p:cNvPr id="47" name="Shape 31"/>
          <p:cNvSpPr/>
          <p:nvPr/>
        </p:nvSpPr>
        <p:spPr>
          <a:xfrm>
            <a:off x="4315968" y="4974336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48" name="Image 14" descr="docs/deck/img/dims/superstition_number_colou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3984" y="5120640"/>
            <a:ext cx="384048" cy="384048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4443984" y="55778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Superstition, colour</a:t>
            </a:r>
            <a:endParaRPr lang="en-US" sz="1050" dirty="0"/>
          </a:p>
        </p:txBody>
      </p:sp>
      <p:sp>
        <p:nvSpPr>
          <p:cNvPr id="50" name="Shape 33"/>
          <p:cNvSpPr/>
          <p:nvPr/>
        </p:nvSpPr>
        <p:spPr>
          <a:xfrm>
            <a:off x="6199632" y="4974336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1" name="Image 15" descr="docs/deck/img/dims/photosensitivity_sensor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5120640"/>
            <a:ext cx="384048" cy="384048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6327648" y="55778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Photosensitivity</a:t>
            </a:r>
            <a:endParaRPr lang="en-US" sz="1050" dirty="0"/>
          </a:p>
        </p:txBody>
      </p:sp>
      <p:sp>
        <p:nvSpPr>
          <p:cNvPr id="53" name="Shape 35"/>
          <p:cNvSpPr/>
          <p:nvPr/>
        </p:nvSpPr>
        <p:spPr>
          <a:xfrm>
            <a:off x="8083296" y="4974336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4" name="Image 16" descr="docs/deck/img/dims/text_legibilit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11312" y="5120640"/>
            <a:ext cx="384048" cy="384048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8211312" y="55778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1050" dirty="0"/>
          </a:p>
        </p:txBody>
      </p:sp>
      <p:sp>
        <p:nvSpPr>
          <p:cNvPr id="56" name="Shape 37"/>
          <p:cNvSpPr/>
          <p:nvPr/>
        </p:nvSpPr>
        <p:spPr>
          <a:xfrm>
            <a:off x="9966960" y="4974336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7" name="Image 17" descr="docs/deck/img/dims/comparative_claims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4976" y="5120640"/>
            <a:ext cx="384048" cy="384048"/>
          </a:xfrm>
          <a:prstGeom prst="rect">
            <a:avLst/>
          </a:prstGeom>
        </p:spPr>
      </p:pic>
      <p:sp>
        <p:nvSpPr>
          <p:cNvPr id="58" name="Text 38"/>
          <p:cNvSpPr txBox="1"/>
          <p:nvPr/>
        </p:nvSpPr>
        <p:spPr>
          <a:xfrm>
            <a:off x="10094976" y="55778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claims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2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90672" y="248716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console, screen by screen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395020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6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screens, each one a way of asking the same question at a different distance: what is in this film, and who objects to it?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5138928"/>
            <a:ext cx="4572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5138928"/>
            <a:ext cx="4572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42816" y="5138928"/>
            <a:ext cx="45720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5138928"/>
            <a:ext cx="4572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door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doors: read everything with no password, or bring a commercial and spend.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strip underneath is a fix that already landed, rotating through three markets.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ring on the tour door is the working light the whole product uses.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17066" y="1170432"/>
            <a:ext cx="6259309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1074" y="1234440"/>
            <a:ext cx="6131293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is never gated. Only spending is.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/RUNS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clearance this instance has performed, newest first.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card and the whole commercial plays as a five second timelapse.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it, one lane per category and a mark wherever something was found.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4632" y="1170432"/>
            <a:ext cx="7168896" cy="408851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arch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040880" cy="3960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card's lanes are a live Grafana panel.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/NEW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clearance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a file, pick the markets, and watch it clear customs live.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is the picker: baseline, continent, country, broadcaster.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priced against the day's budget before it starts.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62272" y="1170432"/>
            <a:ext cx="7168896" cy="408851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34440"/>
            <a:ext cx="7040880" cy="3960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30 second spot takes about four minutes.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/RUNS/{ID}/MISSION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feed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the crew made, in the order it made them.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says in plain words what it is doing, with its own shorthand underneath.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events, so it is the run happening rather than a log you refresh.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9112" y="1170432"/>
            <a:ext cx="6599936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05-mission-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1234440"/>
            <a:ext cx="64719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flow diagram, actually running.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/RUNS/{ID}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verdict, market by market, flipping in place as each adjudicator returns.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Cleared, at risk or blocked, with the worst finding on the face of the tile.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Underneath, the crew's own lanes dashboard, live and clickable.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73207" y="1170432"/>
            <a:ext cx="6747025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03-launch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215" y="1234440"/>
            <a:ext cx="6619009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markets clear, France and China block.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/RUNS/{ID}/FRAMES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scene the crew looked at, how it opens and how it closes.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neutral sentences the analyst wrote, before any market saw them.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fact sheet all 98 adjudicators are arguing about.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39426" y="1170432"/>
            <a:ext cx="6259309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06-fram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434" y="1234440"/>
            <a:ext cx="6131293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 here. Opinions elsewhere.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/RUNS/{ID}/TIMELINE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grid drawn by two systems: our icons and scene thumbnails as the axes.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squares between them are Grafana's own status history panel, live.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square and it starts a priced fix on the scene under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62272" y="1170432"/>
            <a:ext cx="7168896" cy="408851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34440"/>
            <a:ext cx="7040880" cy="3960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column's width is its share of the film.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/RUNS/{ID}/MARKETS/FR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room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panel per scene, with every finding written against it.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triggering frame, the rule id, the class, the severity and the window.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statute in the regulator's own words, and the citation resolved at judging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9112" y="1170432"/>
            <a:ext cx="6599936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07-market-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1234440"/>
            <a:ext cx="64719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summary.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INSIDE THE MARKET ROOM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panel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questions: what should change, and how it should be done.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methods, each priced in euro, each saying where it is a poor fit.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patch cannot reach the violation, it says so and offers Veo instead.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09675" y="1170432"/>
            <a:ext cx="4874091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fix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3683" y="1234440"/>
            <a:ext cx="4746075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is spent until you press.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/RUNS/{ID}/CUTTING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room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and the localized master, playing in lockstep.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 open on the second that changed.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edited master per market, written by the remediator, signed off by the verifier.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18552" y="1170432"/>
            <a:ext cx="4901057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cutting-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560" y="1234440"/>
            <a:ext cx="4773041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terrace, same people. Only the drink changed.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/AGENT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ADK surface: one agent with ten tools.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sentences and it opens the evidence beside you.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prices any fix before it runs, and refuses to spend past the day's ceiling.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62272" y="1170432"/>
            <a:ext cx="7168896" cy="408851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agent-ans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34440"/>
            <a:ext cx="7040880" cy="3960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 tools, and the whole console as its canvas.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/LIBRARY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library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rule, filed under the observation that can trigger it.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statute text, the market that holds it, and whether it blocks or advises.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carry a protected basis, and the Guard reads only that field.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9112" y="1170432"/>
            <a:ext cx="6599936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10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1234440"/>
            <a:ext cx="64719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rules, 18 dimensions, 21 packs.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search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the analyst ever wrote is a Loki line.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"which frames show wine" is a question, not a feature somebody anticipated.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is semantic: question and captions go to Gemini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62272" y="1170432"/>
            <a:ext cx="7168896" cy="408851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34440"/>
            <a:ext cx="7040880" cy="3960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every run this instance has done.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004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821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821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screen answers a question about one commercial. This one reads across all of them.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panels and 8 kinds of chart, out of the same two stores the crew wrote during those runs.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 your creative keeps tripping over, and which jurisdictions are actually hard.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9112" y="1170432"/>
            <a:ext cx="6599936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09-intelli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1234440"/>
            <a:ext cx="64719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821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console draws the axes. Grafana charts the data.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" y="384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/GRAFANA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resources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310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Grafana surface on one page, read from the definitions the agent provisions from.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dashboards and every panel, 9 metric series, 3 log streams, 3 alert rules.</a:t>
            </a:r>
            <a:endParaRPr lang="en-US" sz="1350" dirty="0"/>
          </a:p>
          <a:p>
            <a:pPr marL="342900" indent="-342900">
              <a:lnSpc>
                <a:spcPts val="1958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operation, with the MCP tool it uses or the REST call it falls back 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62272" y="1170432"/>
            <a:ext cx="7168896" cy="4088511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6" name="Image 0" descr="docs/deck/img/grafana-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34440"/>
            <a:ext cx="7040880" cy="3960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07492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it cannot drift into describing a stack nobody has.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2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90672" y="248716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what it blocked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395020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6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that only says no is a report. The loop that closes is what makes this a product: edit the seconds that fail, then prove the edit worked.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5138928"/>
            <a:ext cx="4572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5138928"/>
            <a:ext cx="4572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42816" y="5138928"/>
            <a:ext cx="45720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5138928"/>
            <a:ext cx="4572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ways to fix a shot, priced before you press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" name="Image 0" descr="docs/deck/img/methods/om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09928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642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with Omni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1975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10s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7739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Omni rewrites the whole span as video to video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7739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EUR per second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11" name="Image 1" descr="docs/deck/img/methods/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42616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81328" y="25968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with Veo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81328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 3D motion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343400" y="27066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of the span edited, Veo 3.1 generates the motion between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9601200" y="27066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 to 3.68 EUR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401568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17" name="Image 2" descr="docs/deck/img/methods/over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75304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35295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one frame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locked-off shot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343400" y="36393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Gemini image edit, held over the span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9601200" y="3639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 EUR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34256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23" name="Image 3" descr="docs/deck/img/methods/tr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07992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81328" y="4462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Propagate the change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481328" y="4773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thing holds still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34340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edit, its lighting divided out and multiplied into every live frame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601200" y="4572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 EUR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266944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29" name="Image 4" descr="docs/deck/img/methods/per_fra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40680"/>
            <a:ext cx="493776" cy="49377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81328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Repaint every frame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1481328" y="5705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6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target that deforms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343400" y="5504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repaint of every frame in the span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601200" y="5504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 EUR per frame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chooses among the patch methods by the observation's own dimension, and it is a pure function with no model call. Veo is never chosen automatically: it regenerates pixels and costs real money, so it only ever runs because a person picked it.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FIX LOOKS LIKE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wine goes. Everything else stays.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568696" cy="3188399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" name="Image 0" descr="docs/deck/img/ad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40680" cy="30603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35624" y="1764792"/>
            <a:ext cx="5568696" cy="3188399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7" name="Image 1" descr="docs/deck/img/ad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828800"/>
            <a:ext cx="5440680" cy="306038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0749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ORIGINAL, AS DELIVERED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199632" y="50749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LOCALIZED FOR FRANCE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Omni rewrote the shot as video to video. Same terrace, same people, same motion, and the beer is now a soft drink. The verifier then re-watched the new footage with the same analyst that failed it, and only then did the finding close.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SAFETY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trusted because a model says so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46504"/>
            <a:ext cx="402336" cy="402336"/>
          </a:xfrm>
          <a:prstGeom prst="ellipse">
            <a:avLst/>
          </a:prstGeom>
          <a:solidFill>
            <a:srgbClr val="F46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20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rule crosses its threshold and posts to the webhook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624328"/>
            <a:ext cx="402336" cy="40233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8833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87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prices, edits the span, one edit per shot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502152"/>
            <a:ext cx="402336" cy="40233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661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gate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76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resolution, audio and drift, or the file is discarded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379976"/>
            <a:ext cx="402336" cy="40233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4439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43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54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REAL analyst on the changed shots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257800"/>
            <a:ext cx="402336" cy="40233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32180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212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drops and Grafana clears its own alert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5120" y="1737360"/>
            <a:ext cx="4937760" cy="374904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94944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it refuses to do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33172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ask the model whether the edit worked.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re-runs the real analyst pass over the changed shots and asks the same instrument that found the problem whether it still sees it. Then it answers the second half: did anything new break?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keep an edit that damaged the film.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 gate measures length, resolution, soundtrack and collateral drift inside the span. A staged file that fails is discarded and the finding goes back to open, with the master untouched.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edit that removes a bottle can also remove the finding next to it, or introduce one.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GUARD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honest answer is not an edit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rule is written on a protected characteristic, editing the ad is not the product working. Naming the problem and handing it to a person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7665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587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exactly two things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95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 rule matched by rule id, and the finding's own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67665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reads model output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03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rationale, not the severity, not any generated field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67665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416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calls a model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183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pure function, so it cannot be talked around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67665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5330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twice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6327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adjudication, and again before a single frame is touched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1627632"/>
            <a:ext cx="397764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095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DECISION REQUIRED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240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"rule basis targets a protected characteristic; human decision required"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12724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shows the statute beside the refusal, and offers a person three ways out: approve a manual edit, send it to legal review, or accept the risk. Whichever they choose is recorded on the run and printed on the certificate.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4617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belong in rule layers, not prompts. Anything a prompt grants, a prompt can take away.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that spends is the one that needs a brake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finding by generating video is the one path that can empty a day's allowance while nobody is watching. So the budget is not a config value, it is a metric with an alert on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03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61488"/>
            <a:ext cx="384048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before it runs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shows its euro cost in the picker, and the agent quotes a fix before it starts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2468880"/>
            <a:ext cx="5303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761488"/>
            <a:ext cx="384048" cy="64008"/>
          </a:xfrm>
          <a:prstGeom prst="rect">
            <a:avLst/>
          </a:prstGeom>
          <a:solidFill>
            <a:srgbClr val="F46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29260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charge is a series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291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customs_spend_eur_total and customs_budget_remaining_eur go to Mimir on the real clock.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303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590288"/>
            <a:ext cx="384048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54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alert stops the loop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20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customs_budget_low fires above the price of the most expensive single fix, and automatic remediation pauses for the rest of the day.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1072" y="4297680"/>
            <a:ext cx="5303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4590288"/>
            <a:ext cx="384048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4754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can still spend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5120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still block, alerts still arrive and are recorded with the reason, and an operator can spend what is left one fix at a time.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pause is on the path nobody is watching, which is the only one that needed one.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2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090672" y="248716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is a participant, not a picture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395020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6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writes into Grafana, Grafana triggers the crew, and a click on a Grafana panel starts a generative workflow. All three run on the live instance.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5138928"/>
            <a:ext cx="4572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5138928"/>
            <a:ext cx="4572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42816" y="5138928"/>
            <a:ext cx="45720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5138928"/>
            <a:ext cx="4572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DIRECTIONS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writes, what wakes it, what a click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605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87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crew writes into Grafana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dashboards and 40 panels, built by the publisher agent during the run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metric series to Mimir over OTLP, on the film's own clock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log streams to Loki: observation, finding, verdict, with market and rule as labels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annotation per finding, and the alert rules that will wake the crew later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41605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11680"/>
            <a:ext cx="457200" cy="45720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0848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87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triggers the crew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evaluate every 30 seconds against customs_blocking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70 for an asset, market and rule posts to the customs-webhook contact point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contact point is a route on this service, and it wakes the remediator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in Grafana is what starts a Veo render. Not a cron, not a queue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41605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0848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87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click in Grafana generates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 grid is one visual drawn by two systems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squares are Grafana's own status history panel, live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link fires with the click's coordinate, and the console resolves the finding under it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starts because somebody clicked a chart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16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is the official grafana/mcp-grafana v1.1.0, run as a stdio subprocess with a service account token. Seven of its tools are called at runtime: create_folder, update_dashboard, alerting_manage_rules, get_panel_image, query_loki_logs, search_dashboards, get_dashboard_by_uid.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CLAIM, FOUR RENDERS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in Loki and Mimir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7813" y="1673352"/>
            <a:ext cx="5393190" cy="2459736"/>
          </a:xfrm>
          <a:prstGeom prst="roundRect">
            <a:avLst>
              <a:gd name="adj" fmla="val 2230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5" name="Image 0" descr="docs/deck/img/store-loki-observ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1" y="1737360"/>
            <a:ext cx="5265174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673352"/>
            <a:ext cx="5522976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pic>
        <p:nvPicPr>
          <p:cNvPr id="7" name="Image 1" descr="docs/deck/img/store-loki-find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37360"/>
            <a:ext cx="5394960" cy="21579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43159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kind=observation, one line per keyframe. Labels carry app, asset, dimension, flagged and kind; the body carries the analyst's own sentence and which markets objected.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36208" y="43159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kind=finding, the join with the statute in it. market and rule_id are labels, so a market's findings are a selector rather than a scan, and the citation was resolved at judging time.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rejects backdated samples, so each run is mapped onto the wall clock at t0: video second n lands at t0 plus n. The panel range is pinned to the run, so the x axis reads as the timecode because it is the timecode.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GET 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things a clearance desk actually hands 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48256"/>
            <a:ext cx="402336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per market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06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Cleared, at risk or blocked, with every finding, its statute and a citation that resolves. The evidence, not a summary.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737360"/>
            <a:ext cx="530352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048256"/>
            <a:ext cx="402336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localized master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06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edited file per market, only the failing seconds touched, checked by the craft gate and signed off by the verifier.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4197096"/>
            <a:ext cx="402336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36168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clearance certificate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7548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per market: every finding worst first, the rule, the seconds, the statute, the fix and the verifier's own sentence.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3886200"/>
            <a:ext cx="530352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4197096"/>
            <a:ext cx="402336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36168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markers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7548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CMX3600 EDL, so an editor sees the findings on their own Resolve or Premiere timeline, coloured by what they mean.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on the markers is what the finding does rather than how it feels: red where a legal finding is at or over the blocking line, green where the verifier signed a fix off, yellow for the rest, and HUMAN DECISION REQUIRED in the note where the Guard refused.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ADK crew, one console, two stores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crew.py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6459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ADK SequentialAgent: ingest, analyst, adjudicators, guard, publisher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analyst.py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0482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Gemini vision call per shot, 18 dimension taxonomy, no verdicts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50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adjudicate.py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4505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join: observation x rule x grounded citation, severity decided in code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52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85292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un-promptable refusal, reads rule metadata only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552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remediate.py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255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methods, priced, group aware, guarded twice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6576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real analyst on the changed shots, rules on bystanders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599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media.py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0599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ffmpeg: shots, flashes, spans, craft gate, thumbnails, previews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622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grafana_ops.py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4622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first, REST where mcp-grafana 1.1.0 has no write tool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64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telemetry.py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864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over OTLP on the film's own clock, Loki lines, annotations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669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52669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console: server-sent events, 21 templates, no build step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1645920"/>
            <a:ext cx="3383280" cy="40690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0392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packs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816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33924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55548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3968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55548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4544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55548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40 panels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03920" y="5120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600+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9555480" y="5184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Cloud Agent Builder (ADK)  ·  Gemini vision, text, TTS and image  ·  Gemini Omni  ·  Veo 3.1  ·  Vertex AI  ·  Grafana Cloud with Mimir, Loki and MCP  ·  ffmpeg  ·  SQLite  ·  Cloud Run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Known, deliberate, and worth saying out 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65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channel rung is thin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Belgian broadcasters have pack files of their own. The other 77 inherit their country and add nothing yet.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91072" y="1664208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65392" y="1865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is deliberately small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212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archive shows the commercials this project generated with Veo, because they are the ones it holds the rights 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383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refuses third-party footage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307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Omni declines to edit recognisable third-party content. The refusal is quoted verbatim and nothing is charged.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91072" y="3182112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3383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 has a celebrity filter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37307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over a shot it reads as a public figure is refused. Never charged, and a retry cannot help: the footage is the refusal.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901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Cloud cannot be framed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486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URL forms were probed and every one enforces frame-ancestors none, so live panels come from a self-hosted viewer over the same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4700016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3E8"/>
            </a:solidFill>
            <a:prstDash val="solid"/>
          </a:ln>
          <a:effectLst>
            <a:outerShdw sx="100000" sy="100000" kx="0" ky="0" algn="bl" rotWithShape="0" blurRad="177800" dist="38100" dir="5400000">
              <a:srgbClr val="8FA3AB">
                <a:alpha val="3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65392" y="4901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Cloud Run instance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52486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plus one writer thread is the concurrency model. Two concurrent multi-market clearances is too much for one instance.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hackathon build says what it cannot do. Everything above is in the README, in these words.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371600"/>
            <a:ext cx="1737360" cy="877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468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H E   M E D I A   C U S T O M S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00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asset, every market, before it ships.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892040" y="3794760"/>
            <a:ext cx="512064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13832" y="3794760"/>
            <a:ext cx="512064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35624" y="3794760"/>
            <a:ext cx="512064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57416" y="3794760"/>
            <a:ext cx="512064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370832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Live, and nothing is gated for reading</a:t>
            </a:r>
            <a:endParaRPr lang="en-US" sz="12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FE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customs-app-akap4ao72a-ew.a.run.app</a:t>
            </a:r>
            <a:endParaRPr lang="en-US" sz="12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2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FE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github.com/tdries/devpost-hackathon-agentic-cinema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Google Cloud and Grafana  ·  Tim Dries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Media Customs</dc:title>
  <dc:subject>PptxGenJS Presentation</dc:subject>
  <dc:creator>Tim Dries</dc:creator>
  <cp:lastModifiedBy>Tim Dries</cp:lastModifiedBy>
  <cp:revision>1</cp:revision>
  <dcterms:created xsi:type="dcterms:W3CDTF">2026-09-08T11:10:31Z</dcterms:created>
  <dcterms:modified xsi:type="dcterms:W3CDTF">2026-09-08T11:10:31Z</dcterms:modified>
</cp:coreProperties>
</file>